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C7DEC-7D6F-DD34-4B65-2D542D259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92E78D-DAA5-A45A-DD26-0C75C6803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B670D-2274-3184-02A9-C163B459D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94F8-C66F-4CA0-B26A-A28C6DA6071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44DD4-2570-5C8F-D4B4-31819B50D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7390E-5313-9DE4-04D7-92466850F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997C-99D0-4B32-8DC6-7CCF6FE31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464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00037-5E55-417A-A491-73BFAEF4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B37B8-5FFE-E605-4E1E-1A030FA4F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F0057-125A-A0E2-B41E-89BD265A1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94F8-C66F-4CA0-B26A-A28C6DA6071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F0C25-AA1C-3FE9-3E09-93FC32DA4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E5296-6A2F-E8AF-BF68-2DE06BD2D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997C-99D0-4B32-8DC6-7CCF6FE31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8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78CA-8975-3226-C44A-1AF7FC821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88F6A-4F50-73F8-58AF-011A239FD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A66D0-EDDA-C352-42B5-F0CB0EBAF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94F8-C66F-4CA0-B26A-A28C6DA6071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C2042-707C-F972-C5E4-CD3BA1D64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55DAE-8A27-3C2C-E810-8A7DD528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997C-99D0-4B32-8DC6-7CCF6FE31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622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D9BBB-8813-F968-E0BF-4F1D8BD31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68F59-8D7E-A795-1C63-BC6D0EB93F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75D7F-04E0-8779-0CA5-B2D4D01DA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9F4A3-985C-0C6B-49C5-89BE62CE6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94F8-C66F-4CA0-B26A-A28C6DA6071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F0A20-55E1-2957-B499-2C91D55A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D356E-27F0-80D7-6B84-BD0E5D0D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997C-99D0-4B32-8DC6-7CCF6FE31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789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03694-A214-05F8-D138-FAD0A2B14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E07D6-7D8C-C3F8-5B5B-D3167C9C0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E077F-CDBA-A86C-61F2-F8D133B48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70CC2A-6FB3-3B61-D8FB-3F111C68A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75D184-D5F9-9F6B-C078-E7FE4D642A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51B344-5443-D61E-20AB-DC3FFE32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94F8-C66F-4CA0-B26A-A28C6DA6071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A9F601-7139-97F3-DE03-655D01771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302A42-ABAC-1481-2994-592A6A8A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997C-99D0-4B32-8DC6-7CCF6FE31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094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5F1BF-4246-1E9B-6BE8-5FD1B4532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33C0F3-357E-E13B-D79C-5619A515E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94F8-C66F-4CA0-B26A-A28C6DA6071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724070-97AA-8924-B9F9-EC480B1F9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6A801-EB1F-C911-8983-E6F116684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997C-99D0-4B32-8DC6-7CCF6FE31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71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1CDCB7-990B-74D7-A689-0C63D9F1B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94F8-C66F-4CA0-B26A-A28C6DA6071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1CDD78-4337-DEBE-3CED-46BB4CCE6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A417B-ECF4-82B4-F566-800A2B41C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997C-99D0-4B32-8DC6-7CCF6FE31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303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A97F7-7FF9-D42F-5480-7D870D63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DC912-1D1F-D580-2BF7-17574DE48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22EC0-0343-D2DF-D2A5-04D954C01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0F9B6-F7CA-A7C9-4038-94566FFA1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94F8-C66F-4CA0-B26A-A28C6DA6071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9C043-0D95-1E11-F05C-F7F31ED14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1174C-6D16-59BE-64C0-907D9F931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997C-99D0-4B32-8DC6-7CCF6FE31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470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53BA4-0A3D-1648-6FFC-7D988D79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FA6316-B5E4-5154-D150-720049E6EC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89EF9-D3D5-D9F9-428C-AE65BE789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1DEBF-2A2D-F453-9E25-FD44835F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94F8-C66F-4CA0-B26A-A28C6DA6071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12299-E9A9-1294-5431-6EDF885F3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CDFA3-FA0F-ED0C-89D7-642DC01A8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997C-99D0-4B32-8DC6-7CCF6FE31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6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1F9FD-F7E7-DBC1-9A75-4D08695F8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4CA24-D97C-5614-806E-BE9ED7543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F12A5-620D-7CD1-0E4D-258303A67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94F8-C66F-4CA0-B26A-A28C6DA6071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D6E26-D97C-12C2-5010-996093CA4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A87D-0A59-850E-6504-C2648BDBA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997C-99D0-4B32-8DC6-7CCF6FE31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592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52C4F9-C298-D6C2-0279-09CBDC943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FD352-80EE-3AB9-6599-2FD04A7A7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F9A47-8CA8-632E-5FF0-BFE7A2FF2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D94F8-C66F-4CA0-B26A-A28C6DA6071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109A1-6E97-0AA3-39A6-AFDF9032E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55236-E2F9-C62A-E527-5194717FB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997C-99D0-4B32-8DC6-7CCF6FE31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427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95C34F-3097-4CC2-8D15-9642400D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71785-704A-3034-C27A-AFA947724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EEC44-C362-E3FD-E4C1-ADFC6802C7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D94F8-C66F-4CA0-B26A-A28C6DA6071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A967E-9D47-C1C1-5D40-64AF5531E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B6BD2-E0E4-55AE-482B-29E804216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2997C-99D0-4B32-8DC6-7CCF6FE31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189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D8F03-527D-F807-6501-76BAABCC73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WELCOME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E068BC-B229-45D3-34AB-9BDE583BD5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CONTACT FORM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9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1009-F50B-AD44-87B8-86FEC1DC6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OBJECTIVE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A3FB6-B091-A673-0B60-7A6B19661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design and develop a Contact Form webpage using HTML and CSS.</a:t>
            </a:r>
          </a:p>
          <a:p>
            <a:r>
              <a:rPr lang="en-IN" dirty="0"/>
              <a:t>To allow users to submit their contact details and messages.</a:t>
            </a:r>
          </a:p>
          <a:p>
            <a:r>
              <a:rPr lang="en-IN" dirty="0"/>
              <a:t>To create a simple and user-friendly interface for communication.</a:t>
            </a:r>
          </a:p>
          <a:p>
            <a:r>
              <a:rPr lang="en-IN" dirty="0"/>
              <a:t>To improve skills in form creation and web page styling.</a:t>
            </a:r>
          </a:p>
        </p:txBody>
      </p:sp>
    </p:spTree>
    <p:extLst>
      <p:ext uri="{BB962C8B-B14F-4D97-AF65-F5344CB8AC3E}">
        <p14:creationId xmlns:p14="http://schemas.microsoft.com/office/powerpoint/2010/main" val="233665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41D18-E3ED-E64D-4DE1-6A375D7C5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TOOLS USED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DE670-0FE5-1E55-7163-28C94E1CD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HTML- </a:t>
            </a:r>
            <a:r>
              <a:rPr lang="en-IN" dirty="0"/>
              <a:t>To create the structure of the restaurant menu</a:t>
            </a:r>
            <a:endParaRPr lang="en-GB" dirty="0"/>
          </a:p>
          <a:p>
            <a:endParaRPr lang="en-GB" dirty="0"/>
          </a:p>
          <a:p>
            <a:r>
              <a:rPr lang="en-GB" dirty="0"/>
              <a:t>CSS- To style and design the menu page</a:t>
            </a:r>
          </a:p>
          <a:p>
            <a:endParaRPr lang="en-GB" dirty="0"/>
          </a:p>
          <a:p>
            <a:r>
              <a:rPr lang="en-GB" dirty="0"/>
              <a:t>VISUAL STUDIO CODE- </a:t>
            </a:r>
            <a:r>
              <a:rPr lang="en-IN" dirty="0"/>
              <a:t>Code editor used for development</a:t>
            </a:r>
          </a:p>
          <a:p>
            <a:endParaRPr lang="en-GB" dirty="0"/>
          </a:p>
          <a:p>
            <a:r>
              <a:rPr lang="en-GB" dirty="0"/>
              <a:t>WEB BROWSER- </a:t>
            </a:r>
            <a:r>
              <a:rPr lang="en-IN" dirty="0"/>
              <a:t>To test and view the webpage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9434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05442-8965-15C1-55A1-4CA5DA4F9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SCREEN SHOTS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A8C80D-8437-332B-4A1A-386B40D6D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27691"/>
            <a:ext cx="3598333" cy="22489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259185-82EA-1B7A-BA4A-66877266F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6" y="1427691"/>
            <a:ext cx="3598333" cy="22489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A46CFF-BD3B-D2DF-D331-3870C6E8B2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400" y="4021667"/>
            <a:ext cx="3752428" cy="234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435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6B0901-CD1D-013E-0654-7D783FAF1852}"/>
              </a:ext>
            </a:extLst>
          </p:cNvPr>
          <p:cNvSpPr txBox="1"/>
          <p:nvPr/>
        </p:nvSpPr>
        <p:spPr>
          <a:xfrm>
            <a:off x="4190999" y="3044279"/>
            <a:ext cx="78316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latin typeface="Arial Black" panose="020B0A04020102020204" pitchFamily="34" charset="0"/>
              </a:rPr>
              <a:t>THANKYOU</a:t>
            </a:r>
            <a:endParaRPr lang="en-IN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159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Calibri Light</vt:lpstr>
      <vt:lpstr>Office Theme</vt:lpstr>
      <vt:lpstr>WELCOME</vt:lpstr>
      <vt:lpstr>OBJECTIVE</vt:lpstr>
      <vt:lpstr>TOOLS USED</vt:lpstr>
      <vt:lpstr>SCREEN SHOTS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Rajagopalan</dc:creator>
  <cp:lastModifiedBy>Sriram Rajagopalan</cp:lastModifiedBy>
  <cp:revision>2</cp:revision>
  <dcterms:created xsi:type="dcterms:W3CDTF">2026-06-18T16:00:47Z</dcterms:created>
  <dcterms:modified xsi:type="dcterms:W3CDTF">2026-06-19T05:48:19Z</dcterms:modified>
</cp:coreProperties>
</file>