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3292-DE64-28B9-321A-93C4C9E7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64901-F325-7E74-325A-39C3A6C3C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981DC-A007-D95B-8A11-A0ADAA17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D5301-4F17-FEBD-B9AA-A8CD1A88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17CBE-DEFE-DB7D-EC9D-92617F93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44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1240-827E-5D3B-1CB9-550763A8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FD9AA-A865-FAE4-E288-272AC1A36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52638-463E-4443-7699-25DA99C4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AED8-4FE0-4888-F16E-4D61083C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8B4F0-35E7-9904-A79E-2CDE2085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41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C47C-B3CB-6B39-C42F-D6076996B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E0CC3-081C-F335-A55D-2751D3AC4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1167B-73E9-F96F-2995-EDC5E5B0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F3524-9E2F-17A7-4B78-EF076735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3F3F7-B47C-1110-3335-A343A915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2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3741-809E-0DC9-F344-B390EEB4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D7816-C149-1A75-5390-BC3DE1029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DD72B-B729-31E7-F72A-649367D68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E0188-F7F3-1516-49EF-38853D86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75283-408B-C107-1917-21D2D007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17B9E-4FE3-768C-CC01-76808DFB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82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1E5B-523A-9BA5-1BB5-C08459C5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3DE2A-1F9F-F773-ECC2-83E91AB25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D1C6F-14C4-B403-6620-02B09F7DB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FFBE7-4769-F46B-44B1-033130A23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A1902-E8F7-A684-1B43-928205BE7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87EA3-A8CD-55A1-3E16-247CF773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0BAF8-3E8A-6425-6768-51070E5A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B6651-6415-6F2C-5C99-0D1B4AA8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1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5B1ED-35D6-6B17-2912-DEC74588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A0C2-9073-1EC2-596F-31923D36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0B0D8-EA5F-D0D9-B646-E3250039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C6A32-FB9F-CB88-993C-67DDE6C0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73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89F1F-4C25-EFF6-8287-41033357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C1217-CCC2-83D8-C75B-188CF4EC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1EBDD-B66E-7015-BE48-67045BEE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78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91CF-F501-6330-1F8F-113D19136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D8FE-B08B-DB24-9E39-F7A3F9528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97FDB-F9F1-32D3-5F7A-009110773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73F89-C53A-4348-4052-25B60E44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A9ED3-C6BA-57E4-E067-A20DE828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39FD9-632B-8875-CEC9-79B390D0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77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61B5-D789-D528-2E16-A55CC4AD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A4969-54D0-5D7E-49C5-01DF679BE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7F504-B768-6E43-992F-A1D0259AF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A6C5C-42FF-4C05-9076-3C27047D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F2707-25D2-97F3-113F-E394913D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4C040-6651-F8E6-2FC2-7BCD7BD6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90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4CA1-4EFC-4A7B-6D71-87B7754A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09EED-A3D7-C1E9-79F7-6CC0698B2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8339-FC46-2996-B82E-2FA109A6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61620-96C5-4990-6B8B-16C7B65E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0308-2B0C-9EA7-2989-3C1CC09E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85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069690-030C-D1AA-D882-93D259D04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F8F23-87E6-B66B-6E6D-16D3B13EC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CD2D5-C01E-D3E8-F73E-9C73F3029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A9C59-6AAA-9D15-736F-8F9C8079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83ECD-F36F-493A-8EA7-5102A311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69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76A4B-E55E-5770-6BDD-7AFCBF2A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AA1CC-98F5-1E61-CE0A-0434EC5C7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E53BB-D9A2-DAF1-61FC-36A1918F7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33FC-A92B-4F62-86C7-CF71AA9454C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ABB2D-A759-EFA1-DBB3-4996E19E8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3C6D0-5A49-C9E8-C343-24B965682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B3BC0-42E6-447D-A790-98588710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92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6201-7A5B-0D6C-D8C5-4F0EB02CA7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WELCOME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29042-D0DF-360C-FAB4-C9CA57EE0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SIMPLE RESTAURANT MENU PAGE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002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8F7A-DA34-2B3C-691D-31B6338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B0C3-6006-DF89-667E-0714D9D71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 simple Restaurant Menu webpage using HTML and CSS.</a:t>
            </a:r>
          </a:p>
          <a:p>
            <a:r>
              <a:rPr lang="en-IN" dirty="0"/>
              <a:t>To display food items, and prices.</a:t>
            </a:r>
          </a:p>
          <a:p>
            <a:r>
              <a:rPr lang="en-IN" dirty="0"/>
              <a:t>To improve skills in webpage layout design and styling.</a:t>
            </a:r>
          </a:p>
          <a:p>
            <a:r>
              <a:rPr lang="en-IN" dirty="0"/>
              <a:t>To create an attractive and user-friendly menu interface.</a:t>
            </a:r>
          </a:p>
        </p:txBody>
      </p:sp>
    </p:spTree>
    <p:extLst>
      <p:ext uri="{BB962C8B-B14F-4D97-AF65-F5344CB8AC3E}">
        <p14:creationId xmlns:p14="http://schemas.microsoft.com/office/powerpoint/2010/main" val="92436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E17A-E0B8-5111-3128-8927D7B8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687EC-AC17-9AF7-D8CE-B46C82F68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HTML- </a:t>
            </a:r>
            <a:r>
              <a:rPr lang="en-IN" dirty="0"/>
              <a:t>To create the structure of the restaurant menu</a:t>
            </a:r>
            <a:endParaRPr lang="en-GB" dirty="0"/>
          </a:p>
          <a:p>
            <a:endParaRPr lang="en-GB" dirty="0"/>
          </a:p>
          <a:p>
            <a:r>
              <a:rPr lang="en-GB" dirty="0"/>
              <a:t>CSS- To style and design the menu page</a:t>
            </a:r>
          </a:p>
          <a:p>
            <a:endParaRPr lang="en-GB" dirty="0"/>
          </a:p>
          <a:p>
            <a:r>
              <a:rPr lang="en-GB" dirty="0"/>
              <a:t>VISUAL STUDIO CODE- </a:t>
            </a:r>
            <a:r>
              <a:rPr lang="en-IN" dirty="0"/>
              <a:t>Code editor used for development</a:t>
            </a:r>
          </a:p>
          <a:p>
            <a:endParaRPr lang="en-GB" dirty="0"/>
          </a:p>
          <a:p>
            <a:r>
              <a:rPr lang="en-GB" dirty="0"/>
              <a:t>WEB BROWSER- </a:t>
            </a:r>
            <a:r>
              <a:rPr lang="en-IN" dirty="0"/>
              <a:t>To test and view the webpage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EF8FD2-A140-F75A-9D37-23F6ABA60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36599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545019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41879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A1BD91-43E0-69ED-D6B8-078139B1E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44464"/>
              </p:ext>
            </p:extLst>
          </p:nvPr>
        </p:nvGraphicFramePr>
        <p:xfrm>
          <a:off x="838200" y="4451668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493307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5366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C2DB73-14FF-011A-59E2-49A648908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23301"/>
              </p:ext>
            </p:extLst>
          </p:nvPr>
        </p:nvGraphicFramePr>
        <p:xfrm>
          <a:off x="1413933" y="789120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20283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843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75FF2B-ABCE-0A7E-9305-BAB690C0C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128852"/>
              </p:ext>
            </p:extLst>
          </p:nvPr>
        </p:nvGraphicFramePr>
        <p:xfrm>
          <a:off x="838200" y="-63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3574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8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48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2C7A3-EF19-81EE-EAB7-8CDBEBCEF387}"/>
              </a:ext>
            </a:extLst>
          </p:cNvPr>
          <p:cNvSpPr txBox="1"/>
          <p:nvPr/>
        </p:nvSpPr>
        <p:spPr>
          <a:xfrm>
            <a:off x="338667" y="372533"/>
            <a:ext cx="54694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SCREEN SHOTS: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75FD5-7863-BB8A-4C03-94E28EFC1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9" y="1253066"/>
            <a:ext cx="3691468" cy="23071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300383-1D4A-5798-74C0-556D8C0DC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399" y="1253066"/>
            <a:ext cx="3691468" cy="2307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C688AF-85DC-1EE4-00F4-46DC45D7D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559" y="3671325"/>
            <a:ext cx="4687148" cy="29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96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E760BE-A449-4547-DDC8-8EFA15283F9B}"/>
              </a:ext>
            </a:extLst>
          </p:cNvPr>
          <p:cNvSpPr txBox="1"/>
          <p:nvPr/>
        </p:nvSpPr>
        <p:spPr>
          <a:xfrm>
            <a:off x="4360333" y="2659559"/>
            <a:ext cx="4961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THANKYOU</a:t>
            </a:r>
            <a:endParaRPr lang="en-IN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24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WELCOME</vt:lpstr>
      <vt:lpstr>OBJECTIVE</vt:lpstr>
      <vt:lpstr>TOOLS USED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Rajagopalan</dc:creator>
  <cp:lastModifiedBy>Sriram Rajagopalan</cp:lastModifiedBy>
  <cp:revision>2</cp:revision>
  <dcterms:created xsi:type="dcterms:W3CDTF">2026-06-18T07:52:43Z</dcterms:created>
  <dcterms:modified xsi:type="dcterms:W3CDTF">2026-06-19T06:52:23Z</dcterms:modified>
</cp:coreProperties>
</file>