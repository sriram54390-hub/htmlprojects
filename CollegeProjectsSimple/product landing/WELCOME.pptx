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4680-FECB-C4E3-A61F-746C19FD6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098BD-E0C1-4787-AEB7-12868D7F5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46704-1862-71B2-1D51-0E70A536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AA1F3-1831-8CAB-C99D-5663CBE4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9F2BC-D7A2-AD6D-CC01-E9FF67AB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11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E2C5-BB0D-3EC3-F4FD-2EE30A98D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118DA-BFAA-4FAA-CD64-1F8780C95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C5F63-A704-273C-9732-4A1A3699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C33C4-CA7F-F507-E1D5-EB6AD5F0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32C1F-6689-8669-1DA2-C295D67A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58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09A65-BE48-40E4-137F-5C908E2A5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6EE81-CA5D-A989-391D-0912856A6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B4DB2-C6BF-940A-913C-3A0A53C4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E4B4C-6389-226D-88C9-02E87ED30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27B00-E055-EA33-280F-685B3D4C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68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6113-3223-7E06-9C8E-95C8F0B0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A0E94-CA50-DE6A-3552-BE023C569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6C69F-F29F-115A-ECF1-C5B47D483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20B75-9775-D854-0CC2-8A9404C8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0635B-1ED2-3DB4-D603-0F8D1EFB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F81AD-C00C-2220-C3DF-E30C2818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471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C042-2145-DCC2-601C-1651A49C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6C7B0-4C24-BDC7-0166-21C9B5D84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B7EA7-D341-39F3-94F8-9FE3B24CE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7B0D46-7E70-2ACD-F5A0-27C868038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6B319-D141-1673-8B15-043EC5371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B8D535-9C13-07FE-2E03-C4619628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5222A-492A-6370-0B05-F066CF9F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55CF19-05F0-5D65-B632-412D2498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43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0A6A2-8869-4DBC-DBF1-FFB8499B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E914-3D3B-EE9B-4D02-DD951837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EA49C-231F-3FE5-D8B8-B2C2027B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082EB-4791-B4F0-D0E2-43CE9166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76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51710-A40C-88D3-C344-825FB29B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44C65-F433-8934-5EE7-FBDB06912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D7A6E-304D-CDE2-70ED-6F755C6A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06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D0AC8-297F-582C-CFE3-FF8E076BA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DAB08-D36E-4E61-82CC-2554B3D20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C854E-BCD8-94EB-B84D-FF90B6E41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3D353-3AEC-70F4-468E-06556321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127A3-7159-43EA-1313-A7147D39C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7DE76-565F-FE56-4E81-6F0D4AA2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42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AC4B-054C-855B-7813-175869BC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B5057-7CEF-2827-397F-462DC36DC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67E3A-5AB5-C6B8-C96B-F67B575BC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3F4CD-2AAE-36D7-2123-6F7B0722F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143EE-F74C-64E1-EE01-3F4C44CD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1442E-5C48-AE4B-48E8-0C91BBD6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73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93C7-8D0B-131B-ADB1-87712E35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9EF2-63E5-5520-F216-4F65B143E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AB739-763D-3CCE-BD41-FCA74CE4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7AB15-D62A-89CB-AD4A-ED93E27F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34BFB-6A83-8431-5B09-A3424BF0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73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421A0-19F5-BB9E-CED9-791790AA5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75858-707F-7C12-CACB-234B37195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4C316-43D1-684F-B688-840CD7B7E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08AA4-6515-F44D-D767-FBBA624C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CED32-DB98-9C34-BE9F-A4407A522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86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F9F26-B3E9-3E8C-67E2-64C798D0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A4D84-BD07-18E3-6711-E12124AB4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29041-92C0-2DE1-E427-6131D1EDD0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18B55-FF10-47A9-A7E8-DC4599DF95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933C0-50E8-5B53-B083-617B39B3B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87E95-5B45-1BCF-1822-43724B5EB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761DF-8335-4AB1-9EA5-FA2C6ACED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90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E0A2F-873B-4848-25C4-53BAB41C22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WELCOME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70000-D5E5-F291-7367-A0E24A8356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ITEM LANDING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992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37A5-6F54-D9A6-D7DC-37786137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OBJECTIVE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0854E-AAE7-A58B-0734-734AD8D8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design and develop a Product Landing Page using HTML and CSS.</a:t>
            </a:r>
          </a:p>
          <a:p>
            <a:r>
              <a:rPr lang="en-IN" dirty="0"/>
              <a:t>To showcase a product and its key features in an attractive manner.</a:t>
            </a:r>
          </a:p>
          <a:p>
            <a:r>
              <a:rPr lang="en-IN" dirty="0"/>
              <a:t>To encourage users to learn more about or purchase the product.</a:t>
            </a:r>
          </a:p>
          <a:p>
            <a:r>
              <a:rPr lang="en-IN" dirty="0"/>
              <a:t>To improve skills in webpage design and front-end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235336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3296-9D7A-66AC-4D3C-1F77A6A42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TOOLS USED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2D04A-B3E0-8558-E61A-C24383503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HTML</a:t>
            </a:r>
            <a:r>
              <a:rPr lang="en-GB" dirty="0"/>
              <a:t>- TO CREATE A STRUCTURE OF LOGIN PAGE</a:t>
            </a:r>
          </a:p>
          <a:p>
            <a:endParaRPr lang="en-GB" dirty="0"/>
          </a:p>
          <a:p>
            <a:r>
              <a:rPr lang="en-GB" dirty="0">
                <a:latin typeface="Arial Black" panose="020B0A04020102020204" pitchFamily="34" charset="0"/>
              </a:rPr>
              <a:t>CSS</a:t>
            </a:r>
            <a:r>
              <a:rPr lang="en-GB" dirty="0"/>
              <a:t>- TO STYLE THE LOGIN PAGE</a:t>
            </a:r>
          </a:p>
          <a:p>
            <a:endParaRPr lang="en-GB" dirty="0"/>
          </a:p>
          <a:p>
            <a:r>
              <a:rPr lang="en-GB" dirty="0">
                <a:latin typeface="Arial Black" panose="020B0A04020102020204" pitchFamily="34" charset="0"/>
              </a:rPr>
              <a:t>VISUAL STUDIO CODE- </a:t>
            </a:r>
            <a:r>
              <a:rPr lang="en-GB" dirty="0"/>
              <a:t>CODE EDITOR USED FOR DEVELOPMENT</a:t>
            </a:r>
          </a:p>
          <a:p>
            <a:endParaRPr lang="en-GB" dirty="0"/>
          </a:p>
          <a:p>
            <a:r>
              <a:rPr lang="en-GB" dirty="0">
                <a:latin typeface="Arial Black" panose="020B0A04020102020204" pitchFamily="34" charset="0"/>
              </a:rPr>
              <a:t>WEB BROWSER- </a:t>
            </a:r>
            <a:r>
              <a:rPr lang="en-GB" dirty="0"/>
              <a:t>TO VIEW THE LOG IN PAGE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56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F745F-EFD1-9687-B870-49C11163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SCREEN SHOTS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A12653-18C4-6655-02ED-8043C5FF6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530" y="4297892"/>
            <a:ext cx="3709670" cy="2318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349ED5-5A4C-2C7F-5EF4-3D213642C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2" y="1540934"/>
            <a:ext cx="4157135" cy="2598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06FEED-40E2-E274-210A-96ADB497B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465" y="1559984"/>
            <a:ext cx="4096173" cy="256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4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97DD87-76CE-927F-A16E-B46FB5948E83}"/>
              </a:ext>
            </a:extLst>
          </p:cNvPr>
          <p:cNvSpPr txBox="1"/>
          <p:nvPr/>
        </p:nvSpPr>
        <p:spPr>
          <a:xfrm>
            <a:off x="4885267" y="2659559"/>
            <a:ext cx="571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Black" panose="020B0A04020102020204" pitchFamily="34" charset="0"/>
              </a:rPr>
              <a:t>THANKYOU</a:t>
            </a:r>
            <a:endParaRPr lang="en-IN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91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WELCOME</vt:lpstr>
      <vt:lpstr>OBJECTIVE</vt:lpstr>
      <vt:lpstr>TOOLS USED</vt:lpstr>
      <vt:lpstr>SCREEN SHOTS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Rajagopalan</dc:creator>
  <cp:lastModifiedBy>Sriram Rajagopalan</cp:lastModifiedBy>
  <cp:revision>1</cp:revision>
  <dcterms:created xsi:type="dcterms:W3CDTF">2026-06-19T03:35:35Z</dcterms:created>
  <dcterms:modified xsi:type="dcterms:W3CDTF">2026-06-19T03:35:52Z</dcterms:modified>
</cp:coreProperties>
</file>