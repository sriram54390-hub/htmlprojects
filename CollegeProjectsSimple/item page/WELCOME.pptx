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487C-9A7F-CFF3-399C-DCE29CD0C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2910C-EA6B-9A87-A897-0BC2B867C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8C92E-CA14-9882-0FDA-3B048E41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B6FFA-30BF-B7A2-C1A1-77260A12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5ECB-9B96-0D32-9149-34415DEC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91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FA590-2ACA-D458-E9A5-1024FB45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5E4F1-73CD-946B-8520-9BE986DEC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C033A-35C1-B388-3706-579E28BDB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BF43F-2A64-9540-9A36-0D2F5639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A440-A01B-50D9-C629-AF1D9053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80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36C1-CEBD-1C16-CE6B-F4FB869D2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5687C-9477-5478-01FE-32E99B9FF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A36EF-8999-6C3A-2AF5-67A6E043F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892C4-5C24-2E00-B639-48602BB68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2A1A9-6DFC-E43F-66B9-2A322373E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59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0582-4812-1A6B-CE71-1B92E7999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CB353-3F0C-A6E5-580D-CFE5D3D2A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E4570-B42E-6439-4340-26BEF3315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A373D-6F0D-198A-2DDE-07077FFB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187A-B141-1FBB-7252-C6936ABCF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FF595-9E08-062B-69B4-FAED5557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650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0E4C-5996-8563-68AA-7E0A3885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A2908-1EA4-DAEA-4463-EE6F163A2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DA8ECD-2538-5E49-F627-B432D50AF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335BF-9236-44EF-ACAD-DA629EAF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D4EB16-D986-113B-FC16-480D41401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C405C7-3738-9C45-2CE0-B8B06767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8036C-245D-B500-E556-85C77120F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CF4D9-2739-E3F7-80AF-56E041DC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03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D612-FB75-F5E4-4747-40CEE64A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5E8192-5765-0329-87D1-27821C55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FFE7E-1CA6-7DF0-3277-2B3F2591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A314A-9841-F15F-84E3-CCD36EAA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975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D6E6B-94B4-D2E0-9DEF-8776D5D48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90048A-C22D-1683-C28B-BBBBA138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D5521-82F7-5DE3-80E7-78BA14539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706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253E2-EBF5-65A6-06EE-EC4E39C3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DF3F0-770B-278F-33DC-0045DE32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9F830-CDE0-AC71-EB44-75F5FB5D6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DD3FF-4833-8F06-CB2E-8ED0C8C0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0F2032-953F-0652-0C95-E4410F7C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5F0F9-F605-AA97-9BE8-4AC120DF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16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4E729-4BB8-D9D2-6CB1-6D6552D9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94B28-229A-AEE3-F6B9-1AD7F7881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95F568-5B2C-8DFA-F766-A3149F188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B2568-71BE-62D6-5F99-4124BF73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A8172-8D44-90B8-F4F7-57733522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FC38E-C05E-4A51-E3AE-07D5F8F9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167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C8BF4-49E7-A141-ACE4-A0B282CA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79E25-721F-01E5-4C5D-6962C6078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E324E-4854-E3C2-EE35-5735C5A3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8F007-38C7-CE1C-CF8E-D50FA16A7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CAE20-A76F-858C-5277-F627A367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3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0BCEE-26D1-9007-B4AD-8EE5EBC59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5CE04-5E11-1E5F-4BC3-1CB0C5DAA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D06E4-DDD5-EB6B-E247-C74C44015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ECC96-7CE8-2BB5-B46A-369AC68D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EF89C-BEE0-B77C-AB96-A965B5DB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82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D2A3B-8872-5E56-56A1-634D91F34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FE721-C988-28CF-1339-B326430D9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1C69-FD16-6E86-45A7-5898077766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C7A66-E25A-4F0E-B9F9-C1514EDFD560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CF91B-C86B-FCB7-A673-A63143338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4C81B-ABD3-17D9-CD1D-8AA44BB0D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92B07-B858-45FD-8877-0AAAE1EE4F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3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E645-9DBA-8C16-5C81-EF40BE26F5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WELCOME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0AFA-3964-5647-D811-5EC746779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STUDENT INFORMATION PAGE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571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38FB-250C-E6D7-0C0A-E34EEC25A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OBJECTIVE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8CD39-E146-B8AE-7CF5-C9DE08DDF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 design and develop a student information webpage using HTML and CSS.</a:t>
            </a:r>
          </a:p>
          <a:p>
            <a:r>
              <a:rPr lang="en-IN" dirty="0"/>
              <a:t>To enter the credentials of student in the web page</a:t>
            </a:r>
          </a:p>
          <a:p>
            <a:r>
              <a:rPr lang="en-IN" dirty="0"/>
              <a:t>To improve skills in web page design, linking, and user interface development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21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EFC44-B112-6001-D597-52B31FC97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TOOLS USED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75B80-DA7A-2356-7E42-ED965CB05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HTML- </a:t>
            </a:r>
            <a:r>
              <a:rPr lang="en-IN" dirty="0"/>
              <a:t>To create the structure of the product webpage</a:t>
            </a:r>
          </a:p>
          <a:p>
            <a:endParaRPr lang="en-IN" dirty="0"/>
          </a:p>
          <a:p>
            <a:r>
              <a:rPr lang="en-IN" dirty="0"/>
              <a:t>CSS- To style and design the webpage</a:t>
            </a:r>
          </a:p>
          <a:p>
            <a:endParaRPr lang="en-IN" dirty="0"/>
          </a:p>
          <a:p>
            <a:r>
              <a:rPr lang="en-IN" dirty="0"/>
              <a:t>VISUAL STUDIO CODE- Code editor used for development</a:t>
            </a:r>
          </a:p>
          <a:p>
            <a:endParaRPr lang="en-IN" dirty="0"/>
          </a:p>
          <a:p>
            <a:r>
              <a:rPr lang="en-IN" dirty="0"/>
              <a:t>WEB BROWSER-To test and view the webpage</a:t>
            </a:r>
          </a:p>
        </p:txBody>
      </p:sp>
    </p:spTree>
    <p:extLst>
      <p:ext uri="{BB962C8B-B14F-4D97-AF65-F5344CB8AC3E}">
        <p14:creationId xmlns:p14="http://schemas.microsoft.com/office/powerpoint/2010/main" val="1948953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98ABA-397B-FFC0-6B1E-352F3C3E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Black" panose="020B0A04020102020204" pitchFamily="34" charset="0"/>
              </a:rPr>
              <a:t>SCREEN SHOTS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EE0A9BF-052D-D81E-713D-9118022C5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63" y="1422400"/>
            <a:ext cx="3828204" cy="23926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16C292-9F90-1025-0480-0EC58E6CE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134" y="1422399"/>
            <a:ext cx="3828203" cy="23926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FE6440-B9BB-E37C-D03B-3C298D8B74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667" y="4037014"/>
            <a:ext cx="4260426" cy="26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031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436BDD-53F0-8DEC-B461-D816B8EB01DE}"/>
              </a:ext>
            </a:extLst>
          </p:cNvPr>
          <p:cNvSpPr txBox="1"/>
          <p:nvPr/>
        </p:nvSpPr>
        <p:spPr>
          <a:xfrm>
            <a:off x="4368801" y="3044279"/>
            <a:ext cx="70781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dirty="0">
                <a:latin typeface="Arial Black" panose="020B0A04020102020204" pitchFamily="34" charset="0"/>
              </a:rPr>
              <a:t>THANKYOU</a:t>
            </a:r>
            <a:endParaRPr lang="en-IN" sz="4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4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WELCOME</vt:lpstr>
      <vt:lpstr>OBJECTIVE</vt:lpstr>
      <vt:lpstr>TOOLS USED</vt:lpstr>
      <vt:lpstr>SCREEN SHOTS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Rajagopalan</dc:creator>
  <cp:lastModifiedBy>Sriram Rajagopalan</cp:lastModifiedBy>
  <cp:revision>2</cp:revision>
  <dcterms:created xsi:type="dcterms:W3CDTF">2026-06-18T14:25:33Z</dcterms:created>
  <dcterms:modified xsi:type="dcterms:W3CDTF">2026-06-18T15:48:15Z</dcterms:modified>
</cp:coreProperties>
</file>