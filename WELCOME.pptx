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3C3F-8A30-8349-5E2F-8C4A45D0A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55C59-ED59-BFA8-CF1F-6AE9AF3F8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4469-1EFC-7BA8-A544-B8ED78F9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38CBC-38C7-D7AD-43F2-E1367A8C4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4B289-4A84-CADA-6565-151B64702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83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2B0B3-E5DF-6560-D393-47718C7E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43643-035C-D1E7-70CF-3097355C2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17CCF-6C3B-0C03-2C15-708DF6207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3F2B5-9055-39E1-F51D-DBF396281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4DA8E-0FAC-FE8D-E9F4-48303BBB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08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27AE4-F858-6DDA-E406-55A117B7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65AD9-1C4D-7E6E-AD4A-F5A55C3C3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5DDC9-D807-DC40-659E-78B5C36D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46D17-00B8-979D-CC91-DA853206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C525C-D85B-09A7-0D6D-1240CEC5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52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2A66-8803-E82C-7AC7-67D781AA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D03AC-49BF-5084-0915-D18EE61BE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83853-0877-47E4-3285-2CA2B4FA2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17A8D-C7BD-B05B-BA94-7DFFB19AD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7399A-4661-A2FA-CDF5-F1DDA209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62FA5-F27B-56D9-84D2-062726B5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86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47D7-BEDC-FA4E-7EEC-61D04BF2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EB900-C5B9-917E-BCC3-8E347232C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4E0FE-FD66-5809-8C28-0ACF1BB7A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E6C7B-560F-6DC5-27B8-7E3E6901B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ECCEE-642F-6D2F-59F6-F2EEAB6B6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82757D-5E0F-4631-1B94-7B50A0D9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E320AA-C15D-FAB2-7132-9EEC71F4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FF42D-FCF0-0FAC-5FA7-8134F912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98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E94B-65C5-F247-6D42-42CBD47C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374986-92AA-F414-5EF7-603893F73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8AA0C-C1DD-C69A-406D-7006C4035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F9543-C702-4564-AB2B-92158352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08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F5F7C9-6BEE-152A-835E-D31870ADD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2DF23-F93C-3AD1-B360-BD868E74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9E6BB-966C-17D7-4B81-A35A1C06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40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86618-64D8-26FA-7B67-452D390D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4539F-F71C-A0FF-1688-60B238533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3219E-B360-4156-08A3-1F713AA7F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35C92-E45F-A193-D67F-5450DA21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846C6-A307-50BF-8041-493FC54E5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CEE40-FD70-4C85-1694-EC4FA838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1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9ACD-4298-BB58-1CA6-736CF8DDC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02696-94DA-9681-A627-635B7D22D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9E3F5-BD95-AAB9-F51B-EF74207E3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D45F9-D339-5D71-7F53-068AF229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BE810-711E-50CE-5ECC-12F1AD6C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21EEE-E4EC-F39E-F096-4C4EDC16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35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7FF8-5F95-9735-85F4-9CD28FD0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58A62-4F53-1068-1A54-254757A21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3427-6A9D-BAD5-FE2F-8D6AB2CB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07833-A1B4-D17A-F0C0-CFE5C6021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AB853-8262-7FB4-AB99-758ED43D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101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622206-E791-55B3-DC57-9C72CBE9D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E68AA-1F14-2C89-6F7F-E178BD57F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EEEDB-64BD-9A1F-3CFC-64D2890B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8FCF0-614C-AC73-6793-519CB2C0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AF168-E40A-4440-8F2E-62D01111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399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A78AC7-395A-792D-A0EC-EDD21225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54C8C-EFFC-9E3A-639B-060A8D97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CF3CD-AEAE-1C24-DE9D-0C4EC1805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56D0C-4E72-4D62-ABFE-DCA90DA1CA41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6CCE5-4713-48F2-6352-91725F349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C9D21-BBA1-A28E-BCA7-DCF3AE349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B279E-B7EB-4E0C-B2E5-45A1609044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37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0A2FD-B7E0-342D-5804-54E4C3A1F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WELCOME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E3AA7-59EE-6F01-121C-5C933EEC96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LOGIN PAGE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840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0A692-1567-FBA7-B10A-FCE7809A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OBJECTIVE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45D22-55E4-7673-1576-8C8423A6A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design and develop a simple Login Page using HTML and CSS.</a:t>
            </a:r>
          </a:p>
          <a:p>
            <a:r>
              <a:rPr lang="en-IN" dirty="0"/>
              <a:t> To provide a user-friendly interface for entering login credentials.</a:t>
            </a:r>
          </a:p>
          <a:p>
            <a:r>
              <a:rPr lang="en-IN" dirty="0"/>
              <a:t> To understand the basics of web page structure and styling. </a:t>
            </a:r>
          </a:p>
          <a:p>
            <a:r>
              <a:rPr lang="en-IN" dirty="0"/>
              <a:t>To improve skills in front-end web development using HTML and CSS.</a:t>
            </a:r>
          </a:p>
        </p:txBody>
      </p:sp>
    </p:spTree>
    <p:extLst>
      <p:ext uri="{BB962C8B-B14F-4D97-AF65-F5344CB8AC3E}">
        <p14:creationId xmlns:p14="http://schemas.microsoft.com/office/powerpoint/2010/main" val="3495085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613C-6C18-F173-AAA9-C4F47493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0FE00-2AC5-9F90-52D3-5586C8810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HTML</a:t>
            </a:r>
            <a:r>
              <a:rPr lang="en-GB" dirty="0"/>
              <a:t>- TO CREATE A STRUCTURE OF LOGIN PAGE</a:t>
            </a:r>
          </a:p>
          <a:p>
            <a:endParaRPr lang="en-GB" dirty="0"/>
          </a:p>
          <a:p>
            <a:r>
              <a:rPr lang="en-GB" dirty="0">
                <a:latin typeface="Arial Black" panose="020B0A04020102020204" pitchFamily="34" charset="0"/>
              </a:rPr>
              <a:t>CSS</a:t>
            </a:r>
            <a:r>
              <a:rPr lang="en-GB" dirty="0"/>
              <a:t>- TO STYLE THE LOGIN PAGE</a:t>
            </a:r>
          </a:p>
          <a:p>
            <a:endParaRPr lang="en-GB" dirty="0"/>
          </a:p>
          <a:p>
            <a:r>
              <a:rPr lang="en-GB" dirty="0">
                <a:latin typeface="Arial Black" panose="020B0A04020102020204" pitchFamily="34" charset="0"/>
              </a:rPr>
              <a:t>VISUAL STUDIO CODE- </a:t>
            </a:r>
            <a:r>
              <a:rPr lang="en-GB" dirty="0"/>
              <a:t>CODE EDITOR USED FOR DEVELOPMENT</a:t>
            </a:r>
          </a:p>
          <a:p>
            <a:endParaRPr lang="en-GB" dirty="0"/>
          </a:p>
          <a:p>
            <a:r>
              <a:rPr lang="en-GB" dirty="0">
                <a:latin typeface="Arial Black" panose="020B0A04020102020204" pitchFamily="34" charset="0"/>
              </a:rPr>
              <a:t>WEB BROWSER- </a:t>
            </a:r>
            <a:r>
              <a:rPr lang="en-GB" dirty="0"/>
              <a:t>TO VIEW THE LOG IN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23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B8987C-5931-98CA-C00C-551787CA07E6}"/>
              </a:ext>
            </a:extLst>
          </p:cNvPr>
          <p:cNvSpPr txBox="1"/>
          <p:nvPr/>
        </p:nvSpPr>
        <p:spPr>
          <a:xfrm>
            <a:off x="304800" y="364067"/>
            <a:ext cx="7526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Arial Black" panose="020B0A04020102020204" pitchFamily="34" charset="0"/>
              </a:rPr>
              <a:t>SCREEN SHOTS:</a:t>
            </a:r>
            <a:endParaRPr lang="en-IN" sz="4400" dirty="0"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1B9F77-4A6D-8114-3C07-CBF44DAC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94" y="1373733"/>
            <a:ext cx="3765973" cy="23537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63C6B8-0EAD-8B08-6BEA-8AB3C3FBF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133" y="1373733"/>
            <a:ext cx="3765973" cy="2353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6AC693-9184-A647-DEB0-E1AB6E34F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866" y="4072467"/>
            <a:ext cx="4250268" cy="265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2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921DF6-7423-4B2F-13DF-BD13C98538C4}"/>
              </a:ext>
            </a:extLst>
          </p:cNvPr>
          <p:cNvSpPr txBox="1"/>
          <p:nvPr/>
        </p:nvSpPr>
        <p:spPr>
          <a:xfrm>
            <a:off x="4326465" y="3075057"/>
            <a:ext cx="49614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Arial Black" panose="020B0A04020102020204" pitchFamily="34" charset="0"/>
              </a:rPr>
              <a:t>THANKYOU</a:t>
            </a:r>
            <a:endParaRPr lang="en-IN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26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88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WELCOME</vt:lpstr>
      <vt:lpstr>OBJECTIVE</vt:lpstr>
      <vt:lpstr>TOOLS USED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Rajagopalan</dc:creator>
  <cp:lastModifiedBy>Sriram Rajagopalan</cp:lastModifiedBy>
  <cp:revision>2</cp:revision>
  <dcterms:created xsi:type="dcterms:W3CDTF">2026-06-18T04:43:46Z</dcterms:created>
  <dcterms:modified xsi:type="dcterms:W3CDTF">2026-06-19T05:47:21Z</dcterms:modified>
</cp:coreProperties>
</file>